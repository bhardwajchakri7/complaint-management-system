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73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577" y="2375645"/>
            <a:ext cx="8292352" cy="16136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Interdisciplinary Research in Science, Engineering, and Technology (ICIRSET-2025)</a:t>
            </a:r>
            <a:endParaRPr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304800" y="4549588"/>
            <a:ext cx="9556377" cy="457200"/>
          </a:xfrm>
        </p:spPr>
        <p:txBody>
          <a:bodyPr>
            <a:normAutofit/>
          </a:bodyPr>
          <a:lstStyle/>
          <a:p>
            <a:r>
              <a:rPr lang="en-GB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01</a:t>
            </a:r>
            <a:r>
              <a:rPr lang="en-GB" sz="24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02</a:t>
            </a:r>
            <a:r>
              <a:rPr lang="en-GB" sz="2400" b="1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GB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8DDA6-1B0D-4C25-BEDA-D63FC9593C86}"/>
              </a:ext>
            </a:extLst>
          </p:cNvPr>
          <p:cNvSpPr/>
          <p:nvPr/>
        </p:nvSpPr>
        <p:spPr>
          <a:xfrm>
            <a:off x="892221" y="5382420"/>
            <a:ext cx="72829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Care - A Complaint Management System With AI Chatbot Integration &amp; Transformer-based Architecture For Ticket Management System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B74D2F-C5C9-4E64-BBDF-50D641972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908" y="215772"/>
            <a:ext cx="5704762" cy="1780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Presentation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0086"/>
            <a:ext cx="8229600" cy="489607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</a:t>
            </a: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 Complaint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Complaint Management System With AI Chatbot Integration &amp; Transformer-based Architecture For Ticket Management System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ICIRSET - 121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Author(s):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Manikumar,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Ganipineni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Bhardwaj Naidu ,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Byreddy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Rami Reddy,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Guvvala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Harshavardhan Reddy,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Kadapana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Venkata Siva Mahidhar Reddy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Related Work / Survey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Proposed System / Methodology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Experimental Setup / Results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Analysis / Discussion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0C404A-D4CF-C8C4-737C-55C688C1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5CB756B-0CF1-F9CF-B17C-5039F8018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3"/>
            <a:ext cx="8229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1463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systems are slow and inefficient.</a:t>
            </a:r>
          </a:p>
          <a:p>
            <a:pPr marL="271463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automates complaint registration and tracking.</a:t>
            </a:r>
          </a:p>
          <a:p>
            <a:pPr marL="271463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classifies complaints by type and priority.</a:t>
            </a:r>
          </a:p>
          <a:p>
            <a:pPr marL="271463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chatbot support enhances user experience.</a:t>
            </a:r>
          </a:p>
          <a:p>
            <a:pPr marL="271463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faster resolution, transparency,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413288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F9EED-FC54-114A-4B34-F36D8218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56"/>
            <a:ext cx="8229600" cy="1143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4CD9-549C-9582-7836-0D01CC10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191239"/>
          </a:xfrm>
        </p:spPr>
        <p:txBody>
          <a:bodyPr>
            <a:noAutofit/>
          </a:bodyPr>
          <a:lstStyle/>
          <a:p>
            <a:pPr marL="174625" indent="-174625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grievance handling is essential in large institutions.</a:t>
            </a:r>
          </a:p>
          <a:p>
            <a:pPr marL="174625" indent="-174625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automation and timely updates.</a:t>
            </a:r>
          </a:p>
          <a:p>
            <a:pPr marL="174625" indent="-174625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NLP can streamline complaint categorization and response.</a:t>
            </a:r>
          </a:p>
          <a:p>
            <a:pPr marL="174625" indent="-174625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databases ensures transparency and traceability.</a:t>
            </a:r>
          </a:p>
          <a:p>
            <a:pPr marL="174625" indent="-174625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create a smart, efficient grievance portal.</a:t>
            </a:r>
          </a:p>
        </p:txBody>
      </p:sp>
    </p:spTree>
    <p:extLst>
      <p:ext uri="{BB962C8B-B14F-4D97-AF65-F5344CB8AC3E}">
        <p14:creationId xmlns:p14="http://schemas.microsoft.com/office/powerpoint/2010/main" val="838639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F7C7-AF02-9AE5-DD3A-6FFD15EC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0493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/ Survey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B8AB84-1EBE-45DD-B5AA-A8C14C4C52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70355"/>
            <a:ext cx="8229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Earlier systems used manual and email-based complaint tracking.</a:t>
            </a:r>
          </a:p>
          <a:p>
            <a:pPr marL="174625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models aided text classification but lacked adaptability.</a:t>
            </a:r>
          </a:p>
          <a:p>
            <a:pPr marL="174625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chatbots improved interaction yet missed context.</a:t>
            </a:r>
          </a:p>
          <a:p>
            <a:pPr marL="174625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AI integration with centralized databases.</a:t>
            </a:r>
          </a:p>
          <a:p>
            <a:pPr marL="174625" marR="0" lvl="0" indent="-17462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stress automation and accountability needs.</a:t>
            </a:r>
          </a:p>
        </p:txBody>
      </p:sp>
    </p:spTree>
    <p:extLst>
      <p:ext uri="{BB962C8B-B14F-4D97-AF65-F5344CB8AC3E}">
        <p14:creationId xmlns:p14="http://schemas.microsoft.com/office/powerpoint/2010/main" val="70842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0680-E868-F315-8189-B14F571D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1851"/>
            <a:ext cx="8229600" cy="1143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6328D-5726-2794-115B-AAC1A0F0C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918857"/>
          </a:xfrm>
        </p:spPr>
        <p:txBody>
          <a:bodyPr>
            <a:normAutofit fontScale="92500"/>
          </a:bodyPr>
          <a:lstStyle/>
          <a:p>
            <a:pPr marL="174625" indent="-174625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 are submitted via an intuitive web interface.</a:t>
            </a:r>
          </a:p>
          <a:p>
            <a:pPr marL="174625" indent="-174625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classifies issues by category and priority.</a:t>
            </a:r>
          </a:p>
          <a:p>
            <a:pPr marL="174625" indent="-174625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chatbot assists users with instant responses.</a:t>
            </a:r>
          </a:p>
          <a:p>
            <a:pPr marL="174625" indent="-174625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enables tracking and resolution.</a:t>
            </a:r>
          </a:p>
          <a:p>
            <a:pPr marL="174625" indent="-174625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alerts and data storage ensure transparency.</a:t>
            </a:r>
          </a:p>
        </p:txBody>
      </p:sp>
    </p:spTree>
    <p:extLst>
      <p:ext uri="{BB962C8B-B14F-4D97-AF65-F5344CB8AC3E}">
        <p14:creationId xmlns:p14="http://schemas.microsoft.com/office/powerpoint/2010/main" val="60972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E87C-2D2A-43A0-84D5-9920CC97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/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7613-CC45-1313-31A9-3AE4F1A2A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74625" indent="-174625">
              <a:tabLst>
                <a:tab pos="174625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built using React and Tailwind CSS for responsiveness.</a:t>
            </a:r>
          </a:p>
          <a:p>
            <a:pPr marL="174625" indent="-174625">
              <a:tabLst>
                <a:tab pos="174625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developed in Flask (Python) integrated with PostgreSQL.</a:t>
            </a:r>
          </a:p>
          <a:p>
            <a:pPr marL="174625" indent="-174625">
              <a:tabLst>
                <a:tab pos="174625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trained using BERT for complaint classification.</a:t>
            </a:r>
          </a:p>
          <a:p>
            <a:pPr marL="174625" indent="-174625">
              <a:tabLst>
                <a:tab pos="174625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tested with real complaint datasets for accuracy and speed.</a:t>
            </a:r>
          </a:p>
          <a:p>
            <a:pPr marL="174625" indent="-174625">
              <a:tabLst>
                <a:tab pos="174625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classification accuracy and reduced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192487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982B-6605-A81D-FC38-8D82F3AA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/ 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4144D-CF11-A9F5-09EF-DB49F72ED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prioritizes complaints using AI-based classification.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chatbot support improved user interaction and engagement.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analytics enhanced admin monitoring and decision-making.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and improved overall complaint resolution rate.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Outperformed existing systems in accuracy, speed, and user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30789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3830-535B-9380-196E-D1E76517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654CA9-70B7-2C98-FEB7-32784E60B1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8691"/>
            <a:ext cx="8229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complaint handling through AI-driven classification.</a:t>
            </a: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chatbot ensures quick responses and better user support.</a:t>
            </a: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enhances transparency and administrative efficiency.</a:t>
            </a: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delays and improves overall satisfaction among users.</a:t>
            </a: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integrating predictive analytics for faster resolution.</a:t>
            </a:r>
          </a:p>
        </p:txBody>
      </p:sp>
    </p:spTree>
    <p:extLst>
      <p:ext uri="{BB962C8B-B14F-4D97-AF65-F5344CB8AC3E}">
        <p14:creationId xmlns:p14="http://schemas.microsoft.com/office/powerpoint/2010/main" val="362261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0A3AD-F246-40BF-7F3E-6A98EB3F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8391"/>
            <a:ext cx="8229600" cy="1143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C5631-7DA3-15F6-E922-59B82AC16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7943"/>
            <a:ext cx="8229600" cy="5625419"/>
          </a:xfrm>
        </p:spPr>
        <p:txBody>
          <a:bodyPr>
            <a:normAutofit lnSpcReduction="10000"/>
          </a:bodyPr>
          <a:lstStyle/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Patel and R. Mehta, “AI-Powered Grievance Redressal System,” IEEE Access, 2021.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Sharma and L. Verma, “Intelligent Query Classification Using NLP,” Springer J. of AI &amp; Applications, 2020.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Gupta and M. Rao, “NLP Applications in Complaint Management,” ACM TOIS, 2019.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Iqbal and K. Thomas, “Cloud-Based Complaint Portals for Universities,” Elsevier J. of Cloud Computing, 2022.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Singh and R. Patel, “Data Analytics for Public Feedback Systems,” IEEE Big Data Conf., 2018.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Kumar and S. Banerjee, “Machine Learning for Automated Query Resolution,” Wiley Expert Systems, 2021.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Das and A. Roy, “AI Chatbots for Institutional Support Systems,” IEEE Int. Conf. on Humanized Computing, 2020.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Reddy and P. Nair, “BERT-based Text Classification for Support Tickets,” Elsevier Knowledge-Based Systems, 2022.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Prakash and T. Kaur, “Real-Time Complaint Tracking Using Flask &amp; PostgreSQL,” IJCA, 2023.</a:t>
            </a:r>
          </a:p>
          <a:p>
            <a:pPr marL="174625" indent="-174625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George and D. Fernandes, “AI-Integrated Feedback Portals for Higher Education,” IEEE Trans. on Learning Tech., 2022.</a:t>
            </a:r>
          </a:p>
        </p:txBody>
      </p:sp>
    </p:spTree>
    <p:extLst>
      <p:ext uri="{BB962C8B-B14F-4D97-AF65-F5344CB8AC3E}">
        <p14:creationId xmlns:p14="http://schemas.microsoft.com/office/powerpoint/2010/main" val="4184884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9694" y="2223247"/>
            <a:ext cx="2847126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4400" b="1">
                <a:solidFill>
                  <a:srgbClr val="0066C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701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International Conference on Interdisciplinary Research in Science, Engineering, and Technology (ICIRSET-2025)</vt:lpstr>
      <vt:lpstr>Paper Presentation Details</vt:lpstr>
      <vt:lpstr>Table of Contents</vt:lpstr>
      <vt:lpstr>ABSTRACT</vt:lpstr>
      <vt:lpstr>Introduction</vt:lpstr>
      <vt:lpstr>Related Work / Survey</vt:lpstr>
      <vt:lpstr>Proposed System / Methodology</vt:lpstr>
      <vt:lpstr>Experimental Setup / Results</vt:lpstr>
      <vt:lpstr>Analysis / Discussion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Conference on Research and Development in Information, Communication, and Computing Technologies (ICRDICCT’25)</dc:title>
  <dc:subject/>
  <dc:creator>Admin</dc:creator>
  <cp:keywords/>
  <dc:description>generated using python-pptx</dc:description>
  <cp:lastModifiedBy>GANIPINENI BHARDWAJ NAIDU</cp:lastModifiedBy>
  <cp:revision>11</cp:revision>
  <dcterms:created xsi:type="dcterms:W3CDTF">2013-01-27T09:14:16Z</dcterms:created>
  <dcterms:modified xsi:type="dcterms:W3CDTF">2025-11-03T12:20:50Z</dcterms:modified>
  <cp:category/>
</cp:coreProperties>
</file>